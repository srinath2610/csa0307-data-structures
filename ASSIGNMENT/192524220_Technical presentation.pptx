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9" r:id="rId3"/>
    <p:sldId id="260" r:id="rId4"/>
    <p:sldId id="261" r:id="rId5"/>
    <p:sldId id="262" r:id="rId6"/>
    <p:sldId id="270" r:id="rId7"/>
    <p:sldId id="271" r:id="rId8"/>
    <p:sldId id="272" r:id="rId9"/>
    <p:sldId id="267" r:id="rId10"/>
    <p:sldId id="263" r:id="rId11"/>
    <p:sldId id="266" r:id="rId12"/>
    <p:sldId id="264" r:id="rId13"/>
    <p:sldId id="265" r:id="rId14"/>
    <p:sldId id="268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808A5A-1129-4B8E-8C31-22BD6257ACA8}" v="7" dt="2026-07-19T17:06:02.5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tanya D" userId="c8eb2b344bbfcfb8" providerId="LiveId" clId="{80A8E465-6207-4C66-A9C6-685739BD05FE}"/>
    <pc:docChg chg="undo custSel addSld modSld">
      <pc:chgData name="chaitanya D" userId="c8eb2b344bbfcfb8" providerId="LiveId" clId="{80A8E465-6207-4C66-A9C6-685739BD05FE}" dt="2026-07-20T04:46:08.081" v="87" actId="20577"/>
      <pc:docMkLst>
        <pc:docMk/>
      </pc:docMkLst>
      <pc:sldChg chg="modSp mod">
        <pc:chgData name="chaitanya D" userId="c8eb2b344bbfcfb8" providerId="LiveId" clId="{80A8E465-6207-4C66-A9C6-685739BD05FE}" dt="2026-07-20T04:46:08.081" v="87" actId="20577"/>
        <pc:sldMkLst>
          <pc:docMk/>
          <pc:sldMk cId="2886338349" sldId="257"/>
        </pc:sldMkLst>
        <pc:spChg chg="mod">
          <ac:chgData name="chaitanya D" userId="c8eb2b344bbfcfb8" providerId="LiveId" clId="{80A8E465-6207-4C66-A9C6-685739BD05FE}" dt="2026-07-20T04:46:08.081" v="87" actId="20577"/>
          <ac:spMkLst>
            <pc:docMk/>
            <pc:sldMk cId="2886338349" sldId="257"/>
            <ac:spMk id="3" creationId="{00000000-0000-0000-0000-000000000000}"/>
          </ac:spMkLst>
        </pc:spChg>
      </pc:sldChg>
      <pc:sldChg chg="modSp mod">
        <pc:chgData name="chaitanya D" userId="c8eb2b344bbfcfb8" providerId="LiveId" clId="{80A8E465-6207-4C66-A9C6-685739BD05FE}" dt="2026-07-19T16:59:36.277" v="27" actId="2711"/>
        <pc:sldMkLst>
          <pc:docMk/>
          <pc:sldMk cId="2329925420" sldId="259"/>
        </pc:sldMkLst>
        <pc:spChg chg="mod">
          <ac:chgData name="chaitanya D" userId="c8eb2b344bbfcfb8" providerId="LiveId" clId="{80A8E465-6207-4C66-A9C6-685739BD05FE}" dt="2026-07-19T16:59:36.277" v="27" actId="2711"/>
          <ac:spMkLst>
            <pc:docMk/>
            <pc:sldMk cId="2329925420" sldId="259"/>
            <ac:spMk id="3" creationId="{00000000-0000-0000-0000-000000000000}"/>
          </ac:spMkLst>
        </pc:spChg>
      </pc:sldChg>
      <pc:sldChg chg="modSp mod">
        <pc:chgData name="chaitanya D" userId="c8eb2b344bbfcfb8" providerId="LiveId" clId="{80A8E465-6207-4C66-A9C6-685739BD05FE}" dt="2026-07-19T16:59:56.732" v="29" actId="2711"/>
        <pc:sldMkLst>
          <pc:docMk/>
          <pc:sldMk cId="1390689038" sldId="261"/>
        </pc:sldMkLst>
        <pc:spChg chg="mod">
          <ac:chgData name="chaitanya D" userId="c8eb2b344bbfcfb8" providerId="LiveId" clId="{80A8E465-6207-4C66-A9C6-685739BD05FE}" dt="2026-07-19T16:59:56.732" v="29" actId="2711"/>
          <ac:spMkLst>
            <pc:docMk/>
            <pc:sldMk cId="1390689038" sldId="261"/>
            <ac:spMk id="3" creationId="{00000000-0000-0000-0000-000000000000}"/>
          </ac:spMkLst>
        </pc:spChg>
      </pc:sldChg>
      <pc:sldChg chg="modSp mod">
        <pc:chgData name="chaitanya D" userId="c8eb2b344bbfcfb8" providerId="LiveId" clId="{80A8E465-6207-4C66-A9C6-685739BD05FE}" dt="2026-07-19T17:00:05.458" v="30" actId="2711"/>
        <pc:sldMkLst>
          <pc:docMk/>
          <pc:sldMk cId="3398754988" sldId="262"/>
        </pc:sldMkLst>
        <pc:spChg chg="mod">
          <ac:chgData name="chaitanya D" userId="c8eb2b344bbfcfb8" providerId="LiveId" clId="{80A8E465-6207-4C66-A9C6-685739BD05FE}" dt="2026-07-19T17:00:05.458" v="30" actId="2711"/>
          <ac:spMkLst>
            <pc:docMk/>
            <pc:sldMk cId="3398754988" sldId="262"/>
            <ac:spMk id="3" creationId="{00000000-0000-0000-0000-000000000000}"/>
          </ac:spMkLst>
        </pc:spChg>
      </pc:sldChg>
      <pc:sldChg chg="modSp mod">
        <pc:chgData name="chaitanya D" userId="c8eb2b344bbfcfb8" providerId="LiveId" clId="{80A8E465-6207-4C66-A9C6-685739BD05FE}" dt="2026-07-19T17:01:08.588" v="43" actId="1076"/>
        <pc:sldMkLst>
          <pc:docMk/>
          <pc:sldMk cId="1781805207" sldId="263"/>
        </pc:sldMkLst>
        <pc:spChg chg="mod">
          <ac:chgData name="chaitanya D" userId="c8eb2b344bbfcfb8" providerId="LiveId" clId="{80A8E465-6207-4C66-A9C6-685739BD05FE}" dt="2026-07-19T17:01:08.588" v="43" actId="1076"/>
          <ac:spMkLst>
            <pc:docMk/>
            <pc:sldMk cId="1781805207" sldId="263"/>
            <ac:spMk id="3" creationId="{00000000-0000-0000-0000-000000000000}"/>
          </ac:spMkLst>
        </pc:spChg>
      </pc:sldChg>
      <pc:sldChg chg="modSp mod">
        <pc:chgData name="chaitanya D" userId="c8eb2b344bbfcfb8" providerId="LiveId" clId="{80A8E465-6207-4C66-A9C6-685739BD05FE}" dt="2026-07-19T17:01:25.632" v="45" actId="255"/>
        <pc:sldMkLst>
          <pc:docMk/>
          <pc:sldMk cId="426953608" sldId="264"/>
        </pc:sldMkLst>
        <pc:spChg chg="mod">
          <ac:chgData name="chaitanya D" userId="c8eb2b344bbfcfb8" providerId="LiveId" clId="{80A8E465-6207-4C66-A9C6-685739BD05FE}" dt="2026-07-19T17:01:25.632" v="45" actId="255"/>
          <ac:spMkLst>
            <pc:docMk/>
            <pc:sldMk cId="426953608" sldId="264"/>
            <ac:spMk id="3" creationId="{00000000-0000-0000-0000-000000000000}"/>
          </ac:spMkLst>
        </pc:spChg>
      </pc:sldChg>
      <pc:sldChg chg="modSp mod">
        <pc:chgData name="chaitanya D" userId="c8eb2b344bbfcfb8" providerId="LiveId" clId="{80A8E465-6207-4C66-A9C6-685739BD05FE}" dt="2026-07-19T17:01:34.472" v="46" actId="255"/>
        <pc:sldMkLst>
          <pc:docMk/>
          <pc:sldMk cId="389699562" sldId="265"/>
        </pc:sldMkLst>
        <pc:spChg chg="mod">
          <ac:chgData name="chaitanya D" userId="c8eb2b344bbfcfb8" providerId="LiveId" clId="{80A8E465-6207-4C66-A9C6-685739BD05FE}" dt="2026-07-19T17:01:34.472" v="46" actId="255"/>
          <ac:spMkLst>
            <pc:docMk/>
            <pc:sldMk cId="389699562" sldId="265"/>
            <ac:spMk id="3" creationId="{00000000-0000-0000-0000-000000000000}"/>
          </ac:spMkLst>
        </pc:spChg>
      </pc:sldChg>
      <pc:sldChg chg="modSp mod">
        <pc:chgData name="chaitanya D" userId="c8eb2b344bbfcfb8" providerId="LiveId" clId="{80A8E465-6207-4C66-A9C6-685739BD05FE}" dt="2026-07-19T17:01:18.093" v="44" actId="255"/>
        <pc:sldMkLst>
          <pc:docMk/>
          <pc:sldMk cId="2835213562" sldId="266"/>
        </pc:sldMkLst>
        <pc:spChg chg="mod">
          <ac:chgData name="chaitanya D" userId="c8eb2b344bbfcfb8" providerId="LiveId" clId="{80A8E465-6207-4C66-A9C6-685739BD05FE}" dt="2026-07-19T17:01:18.093" v="44" actId="255"/>
          <ac:spMkLst>
            <pc:docMk/>
            <pc:sldMk cId="2835213562" sldId="266"/>
            <ac:spMk id="3" creationId="{00000000-0000-0000-0000-000000000000}"/>
          </ac:spMkLst>
        </pc:spChg>
      </pc:sldChg>
      <pc:sldChg chg="modSp mod">
        <pc:chgData name="chaitanya D" userId="c8eb2b344bbfcfb8" providerId="LiveId" clId="{80A8E465-6207-4C66-A9C6-685739BD05FE}" dt="2026-07-19T17:00:41.105" v="41" actId="1076"/>
        <pc:sldMkLst>
          <pc:docMk/>
          <pc:sldMk cId="2347898228" sldId="267"/>
        </pc:sldMkLst>
        <pc:spChg chg="mod">
          <ac:chgData name="chaitanya D" userId="c8eb2b344bbfcfb8" providerId="LiveId" clId="{80A8E465-6207-4C66-A9C6-685739BD05FE}" dt="2026-07-19T17:00:25.638" v="37" actId="1076"/>
          <ac:spMkLst>
            <pc:docMk/>
            <pc:sldMk cId="2347898228" sldId="267"/>
            <ac:spMk id="3" creationId="{00000000-0000-0000-0000-000000000000}"/>
          </ac:spMkLst>
        </pc:spChg>
        <pc:spChg chg="mod">
          <ac:chgData name="chaitanya D" userId="c8eb2b344bbfcfb8" providerId="LiveId" clId="{80A8E465-6207-4C66-A9C6-685739BD05FE}" dt="2026-07-19T16:56:14.833" v="0" actId="1076"/>
          <ac:spMkLst>
            <pc:docMk/>
            <pc:sldMk cId="2347898228" sldId="267"/>
            <ac:spMk id="101" creationId="{00000000-0000-0000-0000-000000000000}"/>
          </ac:spMkLst>
        </pc:spChg>
        <pc:spChg chg="mod">
          <ac:chgData name="chaitanya D" userId="c8eb2b344bbfcfb8" providerId="LiveId" clId="{80A8E465-6207-4C66-A9C6-685739BD05FE}" dt="2026-07-19T16:56:29.212" v="3" actId="1076"/>
          <ac:spMkLst>
            <pc:docMk/>
            <pc:sldMk cId="2347898228" sldId="267"/>
            <ac:spMk id="103" creationId="{00000000-0000-0000-0000-000000000000}"/>
          </ac:spMkLst>
        </pc:spChg>
        <pc:spChg chg="mod">
          <ac:chgData name="chaitanya D" userId="c8eb2b344bbfcfb8" providerId="LiveId" clId="{80A8E465-6207-4C66-A9C6-685739BD05FE}" dt="2026-07-19T16:56:48.461" v="7" actId="1076"/>
          <ac:spMkLst>
            <pc:docMk/>
            <pc:sldMk cId="2347898228" sldId="267"/>
            <ac:spMk id="105" creationId="{00000000-0000-0000-0000-000000000000}"/>
          </ac:spMkLst>
        </pc:spChg>
        <pc:spChg chg="mod">
          <ac:chgData name="chaitanya D" userId="c8eb2b344bbfcfb8" providerId="LiveId" clId="{80A8E465-6207-4C66-A9C6-685739BD05FE}" dt="2026-07-19T16:57:06.894" v="10" actId="1076"/>
          <ac:spMkLst>
            <pc:docMk/>
            <pc:sldMk cId="2347898228" sldId="267"/>
            <ac:spMk id="107" creationId="{00000000-0000-0000-0000-000000000000}"/>
          </ac:spMkLst>
        </pc:spChg>
        <pc:spChg chg="mod">
          <ac:chgData name="chaitanya D" userId="c8eb2b344bbfcfb8" providerId="LiveId" clId="{80A8E465-6207-4C66-A9C6-685739BD05FE}" dt="2026-07-19T16:57:14.956" v="12" actId="1076"/>
          <ac:spMkLst>
            <pc:docMk/>
            <pc:sldMk cId="2347898228" sldId="267"/>
            <ac:spMk id="109" creationId="{00000000-0000-0000-0000-000000000000}"/>
          </ac:spMkLst>
        </pc:spChg>
        <pc:spChg chg="mod">
          <ac:chgData name="chaitanya D" userId="c8eb2b344bbfcfb8" providerId="LiveId" clId="{80A8E465-6207-4C66-A9C6-685739BD05FE}" dt="2026-07-19T17:00:41.105" v="41" actId="1076"/>
          <ac:spMkLst>
            <pc:docMk/>
            <pc:sldMk cId="2347898228" sldId="267"/>
            <ac:spMk id="110" creationId="{00000000-0000-0000-0000-000000000000}"/>
          </ac:spMkLst>
        </pc:spChg>
        <pc:cxnChg chg="mod">
          <ac:chgData name="chaitanya D" userId="c8eb2b344bbfcfb8" providerId="LiveId" clId="{80A8E465-6207-4C66-A9C6-685739BD05FE}" dt="2026-07-19T16:56:23.657" v="2" actId="1076"/>
          <ac:cxnSpMkLst>
            <pc:docMk/>
            <pc:sldMk cId="2347898228" sldId="267"/>
            <ac:cxnSpMk id="102" creationId="{00000000-0000-0000-0000-000000000000}"/>
          </ac:cxnSpMkLst>
        </pc:cxnChg>
        <pc:cxnChg chg="mod">
          <ac:chgData name="chaitanya D" userId="c8eb2b344bbfcfb8" providerId="LiveId" clId="{80A8E465-6207-4C66-A9C6-685739BD05FE}" dt="2026-07-19T16:56:42.642" v="5" actId="1076"/>
          <ac:cxnSpMkLst>
            <pc:docMk/>
            <pc:sldMk cId="2347898228" sldId="267"/>
            <ac:cxnSpMk id="104" creationId="{00000000-0000-0000-0000-000000000000}"/>
          </ac:cxnSpMkLst>
        </pc:cxnChg>
        <pc:cxnChg chg="mod">
          <ac:chgData name="chaitanya D" userId="c8eb2b344bbfcfb8" providerId="LiveId" clId="{80A8E465-6207-4C66-A9C6-685739BD05FE}" dt="2026-07-19T16:56:59.399" v="9" actId="1076"/>
          <ac:cxnSpMkLst>
            <pc:docMk/>
            <pc:sldMk cId="2347898228" sldId="267"/>
            <ac:cxnSpMk id="106" creationId="{00000000-0000-0000-0000-000000000000}"/>
          </ac:cxnSpMkLst>
        </pc:cxnChg>
        <pc:cxnChg chg="mod">
          <ac:chgData name="chaitanya D" userId="c8eb2b344bbfcfb8" providerId="LiveId" clId="{80A8E465-6207-4C66-A9C6-685739BD05FE}" dt="2026-07-19T16:57:11.969" v="11" actId="1076"/>
          <ac:cxnSpMkLst>
            <pc:docMk/>
            <pc:sldMk cId="2347898228" sldId="267"/>
            <ac:cxnSpMk id="108" creationId="{00000000-0000-0000-0000-000000000000}"/>
          </ac:cxnSpMkLst>
        </pc:cxnChg>
      </pc:sldChg>
      <pc:sldChg chg="addSp delSp modSp new mod">
        <pc:chgData name="chaitanya D" userId="c8eb2b344bbfcfb8" providerId="LiveId" clId="{80A8E465-6207-4C66-A9C6-685739BD05FE}" dt="2026-07-19T17:03:30.350" v="54" actId="27636"/>
        <pc:sldMkLst>
          <pc:docMk/>
          <pc:sldMk cId="3276704337" sldId="268"/>
        </pc:sldMkLst>
        <pc:spChg chg="mod">
          <ac:chgData name="chaitanya D" userId="c8eb2b344bbfcfb8" providerId="LiveId" clId="{80A8E465-6207-4C66-A9C6-685739BD05FE}" dt="2026-07-19T17:03:30.350" v="54" actId="27636"/>
          <ac:spMkLst>
            <pc:docMk/>
            <pc:sldMk cId="3276704337" sldId="268"/>
            <ac:spMk id="2" creationId="{6164693D-11F2-8BFF-12AE-F64674E7C1E6}"/>
          </ac:spMkLst>
        </pc:spChg>
        <pc:spChg chg="del">
          <ac:chgData name="chaitanya D" userId="c8eb2b344bbfcfb8" providerId="LiveId" clId="{80A8E465-6207-4C66-A9C6-685739BD05FE}" dt="2026-07-19T17:03:16.038" v="52"/>
          <ac:spMkLst>
            <pc:docMk/>
            <pc:sldMk cId="3276704337" sldId="268"/>
            <ac:spMk id="3" creationId="{0486360B-C327-31C0-4500-8E1877E5360A}"/>
          </ac:spMkLst>
        </pc:spChg>
        <pc:picChg chg="add mod">
          <ac:chgData name="chaitanya D" userId="c8eb2b344bbfcfb8" providerId="LiveId" clId="{80A8E465-6207-4C66-A9C6-685739BD05FE}" dt="2026-07-19T17:03:16.038" v="52"/>
          <ac:picMkLst>
            <pc:docMk/>
            <pc:sldMk cId="3276704337" sldId="268"/>
            <ac:picMk id="6" creationId="{CC357A21-7F4F-2583-B72E-193F024F1D2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A146-95A8-4562-AEFF-8FD41B55E138}" type="datetimeFigureOut">
              <a:rPr lang="en-IN" smtClean="0"/>
              <a:t>3-8-26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1AD75-7005-4EFC-A34F-78480DDD9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468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9A58-3D78-4FA8-BF94-6C3C1341CEFD}" type="datetime1">
              <a:rPr lang="en-IN" smtClean="0"/>
              <a:t>3-8-26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997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3-8-26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97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AE09-80D5-4E02-9F06-8D98DCFE4FA7}" type="datetime1">
              <a:rPr lang="en-IN" smtClean="0"/>
              <a:t>3-8-26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85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ED53-853A-47BD-84C2-18BF5DC57F1D}" type="datetime1">
              <a:rPr lang="en-IN" smtClean="0"/>
              <a:t>3-8-26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210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980C-3F79-4CEA-BD55-15AE4273A115}" type="datetime1">
              <a:rPr lang="en-IN" smtClean="0"/>
              <a:t>3-8-26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847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86E2-20D8-4E00-AFE4-82BCEC8E14B8}" type="datetime1">
              <a:rPr lang="en-IN" smtClean="0"/>
              <a:t>3-8-26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33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95F9-498F-459C-804D-41EA37F892AB}" type="datetime1">
              <a:rPr lang="en-IN" smtClean="0"/>
              <a:t>3-8-26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01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785B-9865-4A09-BC36-87F43F0B4C29}" type="datetime1">
              <a:rPr lang="en-IN" smtClean="0"/>
              <a:t>3-8-26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181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0947-F312-446B-AFB2-8C4FC3B1C3B3}" type="datetime1">
              <a:rPr lang="en-IN" smtClean="0"/>
              <a:t>3-8-26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032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A6F7-537B-46A3-9FA5-3D26D6FC232D}" type="datetime1">
              <a:rPr lang="en-IN" smtClean="0"/>
              <a:t>3-8-26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9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BEA1-F09E-431C-8DC3-12129F8158C3}" type="datetime1">
              <a:rPr lang="en-IN" smtClean="0"/>
              <a:t>3-8-26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480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55B21-4805-4598-A613-FE42E94D3A47}" type="datetime1">
              <a:rPr lang="en-IN" smtClean="0"/>
              <a:t>3-8-26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96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549400"/>
            <a:ext cx="8412163" cy="518795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CSA0307- Data Structures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PATIENT MANAGEMENT SYSTEM USING LINKED LIST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l"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[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K.Srinath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(192524220),</a:t>
            </a:r>
          </a:p>
          <a:p>
            <a:pPr algn="l"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D.Chaitanya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Reddy (192411094)]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sz="2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</a:t>
            </a:r>
            <a:r>
              <a:rPr lang="en-IN" sz="26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Guide:Dr.K.Kiruthika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IN" dirty="0"/>
          </a:p>
        </p:txBody>
      </p:sp>
      <p:pic>
        <p:nvPicPr>
          <p:cNvPr id="7171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565150"/>
            <a:ext cx="557212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FCEB1-37FF-4CF3-912D-7C503EA06CA1}" type="datetime1">
              <a:rPr lang="en-IN" smtClean="0"/>
              <a:t>3-8-26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1</a:t>
            </a:fld>
            <a:endParaRPr lang="en-IN"/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000" y="0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633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Hospital Patient Management System that uses a Linked List as its core data structure for storing and organizing patient records.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dynamic memory allocation so patient records can be added or removed at runtime without a fixed size limit, unlike array-based storage.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efficient insertion, deletion, searching and updating of patient information such as ID, name, age, diagnosis, doctor assigned and room number.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core hospital operations including new patient registration, doctor allotment, record modification and patient discharge.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a practical, real-world application of linked lists that improves upon manual, paper-based hospital record keeping.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36A4-A3DD-416C-992D-1B3393A6BC2C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2</a:t>
            </a:fld>
            <a:endParaRPr lang="en-IN"/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992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Lite</a:t>
            </a:r>
            <a:r>
              <a:rPr lang="en-IN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ature Review</a:t>
            </a:r>
            <a:b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696796"/>
              </p:ext>
            </p:extLst>
          </p:nvPr>
        </p:nvGraphicFramePr>
        <p:xfrm>
          <a:off x="457200" y="1370000"/>
          <a:ext cx="8219256" cy="541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9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8680">
                <a:tc>
                  <a:txBody>
                    <a:bodyPr/>
                    <a:lstStyle/>
                    <a:p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  <a:r>
                        <a:rPr lang="en-IN" baseline="0" dirty="0"/>
                        <a:t> of the 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Publisher</a:t>
                      </a:r>
                      <a:r>
                        <a:rPr lang="en-IN" baseline="0" dirty="0"/>
                        <a:t> and Published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Components /Techniques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68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Hospital Management System Using Data Structures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Project Report - 2023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C++, Linked List for patient records, Queue and Tree for staff/department data.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68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Patient Record Management using Singly Linked List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Coursework Case Study - 2024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Singly linked list with merge sort for ordering patient records by ID, name, admission date and severity.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68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Clinic Management System Using Linked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Mini Project - 2018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C-based linked list implementation for storing and retrieving clinic patient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4CBB-8351-44CA-A060-F381FFD1AC0D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7645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450" y="1550833"/>
            <a:ext cx="8229600" cy="51454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still relying on manual, paper-based registers for patient records face slow retrieval, misplaced files and frequent data-entry errors.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Array-based digital systems require a fixed, pre-allocated size, wasting memory when few patients are admitted and failing or requiring costly resizing when patient volume grows.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Inserting a new patient or removing a discharged one in an array means shifting every subsequent record, which becomes inefficient as the patient count increases.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lightweight system that stores patient records dynamically, grows and shrinks with admissions and discharges, and still allows quick search and update.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Linked List addresses this by allocating memory for each patient only when required and by allowing insertion or deletion in constant time by simply relinking pointers.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0689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088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Proposed Objectives</a:t>
            </a:r>
            <a:b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Patient node structure holding Patient ID, Name, Age, Diagnosis, Doctor Assigned, Room Number, Admission Date and a pointer to the next node.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insertion of new patient records at the end (or head) of the linked list during registration.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traversal-based search to locate a patient by ID or name, and update operations to modify doctor, room or status fields.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deletion of a node to remove a patient's record on discharge, correctly relinking the surrounding nodes.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menu-driven console interface so hospital staff can register, search, update, discharge and view all patients.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that the linked-list approach uses memory proportional to the actual number of patients, unlike a fixed-size array.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8754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59ACF-33B9-7AC2-6C45-C04FD66EB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260647"/>
            <a:ext cx="7128792" cy="1143000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Patient Registration and Record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6CD70-9594-6B91-91BC-176B12E2D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17017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6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new patients in the hospital management system.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new patient record using a linked-list node.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important details such as Patient ID, Name, Age, Diagnosis, Doctor, Room Number, and Admission Date.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adds patient records without requiring a fixed storage size.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the current list of admitted patients.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8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Patient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Patient Node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Patient Details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Patient Record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Patient Records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A9F2E-E67C-97E9-A3D8-EE4A596E5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6468D-9643-6E8F-3618-D562ACDB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6F8E0394-4642-D220-D11B-3E8E4EF29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Content Placeholder 1">
            <a:extLst>
              <a:ext uri="{FF2B5EF4-FFF2-40B4-BE49-F238E27FC236}">
                <a16:creationId xmlns:a16="http://schemas.microsoft.com/office/drawing/2014/main" id="{16133137-DE40-7C22-A6D5-BF666269F4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837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95B09-CA27-2C62-59B6-98D0F17D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Patient Search and Medical Information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B8ECC-C759-CBA9-9CB6-4A4B48ED1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742594"/>
            <a:ext cx="8229600" cy="49831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8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hospital staff quickly locate a patient's record.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patient details using Patient ID or Patient Name.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modification of existing patient information.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doctor assignment and room allocation updates.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patient records remain accurate and up to date.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Patient by ID or Name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Patient Details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Diagnosis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or Change Doctor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Room Number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Patient Status</a:t>
            </a:r>
          </a:p>
          <a:p>
            <a:endParaRPr lang="en-IN" sz="29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4B6CB-B5D4-07FF-F8EA-84DD4CA2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56900-88BF-0725-BFC4-0511B3053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229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C13A-4161-6664-7A4C-12F69E10D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Patient Discharge and Record Deletion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A3EC5-B601-7D72-236D-BFE951458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381" y="1556792"/>
            <a:ext cx="8291264" cy="516468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discharge process of patients who have completed their treatment.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Locates the patient's record in the linked list.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the discharged patient's node from the list.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Relinks the remaining nodes correctly after deletion.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an updated list of currently admitted patients.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Discharged Patient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Patient Record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Relink Remaining Nodes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Allocated Memory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Active Patient List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98085-D317-0BE8-3CB2-09D4141EC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9FB46-AF73-4455-3830-A4303533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732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144" y="1381568"/>
            <a:ext cx="8229600" cy="5000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patient is stored as a node; the Head pointer references the first node and each node links to the next, ending in NULL.</a:t>
            </a:r>
          </a:p>
        </p:txBody>
      </p:sp>
      <p:sp>
        <p:nvSpPr>
          <p:cNvPr id="101" name="Node Head"/>
          <p:cNvSpPr/>
          <p:nvPr/>
        </p:nvSpPr>
        <p:spPr>
          <a:xfrm>
            <a:off x="755576" y="4509120"/>
            <a:ext cx="1250000" cy="900000"/>
          </a:xfrm>
          <a:prstGeom prst="roundRect">
            <a:avLst/>
          </a:prstGeom>
          <a:solidFill>
            <a:srgbClr val="E7E7E7"/>
          </a:solidFill>
          <a:ln w="19050">
            <a:solidFill>
              <a:srgbClr val="595959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IN" sz="1200" b="1" dirty="0">
                <a:solidFill>
                  <a:srgbClr val="404040"/>
                </a:solidFill>
              </a:rPr>
              <a:t>HEAD</a:t>
            </a:r>
          </a:p>
        </p:txBody>
      </p:sp>
      <p:cxnSp>
        <p:nvCxnSpPr>
          <p:cNvPr id="102" name="Arrow 1"/>
          <p:cNvCxnSpPr/>
          <p:nvPr/>
        </p:nvCxnSpPr>
        <p:spPr>
          <a:xfrm>
            <a:off x="2005576" y="4959120"/>
            <a:ext cx="300000" cy="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med" len="med"/>
          </a:ln>
        </p:spPr>
      </p:cxnSp>
      <p:sp>
        <p:nvSpPr>
          <p:cNvPr id="103" name="Node 1"/>
          <p:cNvSpPr/>
          <p:nvPr/>
        </p:nvSpPr>
        <p:spPr>
          <a:xfrm>
            <a:off x="2305576" y="4509120"/>
            <a:ext cx="1250000" cy="900000"/>
          </a:xfrm>
          <a:prstGeom prst="roundRect">
            <a:avLst/>
          </a:prstGeom>
          <a:solidFill>
            <a:srgbClr val="D6E9F5"/>
          </a:solidFill>
          <a:ln w="19050">
            <a:solidFill>
              <a:srgbClr val="2E75B6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IN" sz="1100" b="1" dirty="0">
                <a:solidFill>
                  <a:srgbClr val="1F4E79"/>
                </a:solidFill>
              </a:rPr>
              <a:t>Patient Node 1</a:t>
            </a:r>
          </a:p>
          <a:p>
            <a:pPr algn="ctr"/>
            <a:r>
              <a:rPr lang="en-IN" sz="900" dirty="0">
                <a:solidFill>
                  <a:srgbClr val="1F4E79"/>
                </a:solidFill>
              </a:rPr>
              <a:t>ID, Name, Doctor, Room</a:t>
            </a:r>
          </a:p>
        </p:txBody>
      </p:sp>
      <p:cxnSp>
        <p:nvCxnSpPr>
          <p:cNvPr id="104" name="Arrow 2"/>
          <p:cNvCxnSpPr/>
          <p:nvPr/>
        </p:nvCxnSpPr>
        <p:spPr>
          <a:xfrm>
            <a:off x="3555576" y="4922496"/>
            <a:ext cx="300000" cy="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med" len="med"/>
          </a:ln>
        </p:spPr>
      </p:cxnSp>
      <p:sp>
        <p:nvSpPr>
          <p:cNvPr id="105" name="Node 2"/>
          <p:cNvSpPr/>
          <p:nvPr/>
        </p:nvSpPr>
        <p:spPr>
          <a:xfrm>
            <a:off x="3846432" y="4509120"/>
            <a:ext cx="1250000" cy="900000"/>
          </a:xfrm>
          <a:prstGeom prst="roundRect">
            <a:avLst/>
          </a:prstGeom>
          <a:solidFill>
            <a:srgbClr val="D6E9F5"/>
          </a:solidFill>
          <a:ln w="19050">
            <a:solidFill>
              <a:srgbClr val="2E75B6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IN" sz="1100" b="1" dirty="0">
                <a:solidFill>
                  <a:srgbClr val="1F4E79"/>
                </a:solidFill>
              </a:rPr>
              <a:t>Patient Node 2</a:t>
            </a:r>
          </a:p>
          <a:p>
            <a:pPr algn="ctr"/>
            <a:r>
              <a:rPr lang="en-IN" sz="900" dirty="0">
                <a:solidFill>
                  <a:srgbClr val="1F4E79"/>
                </a:solidFill>
              </a:rPr>
              <a:t>ID, Name, Doctor, Room</a:t>
            </a:r>
          </a:p>
        </p:txBody>
      </p:sp>
      <p:cxnSp>
        <p:nvCxnSpPr>
          <p:cNvPr id="106" name="Arrow 3"/>
          <p:cNvCxnSpPr/>
          <p:nvPr/>
        </p:nvCxnSpPr>
        <p:spPr>
          <a:xfrm>
            <a:off x="5096432" y="4922496"/>
            <a:ext cx="300000" cy="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med" len="med"/>
          </a:ln>
        </p:spPr>
      </p:cxnSp>
      <p:sp>
        <p:nvSpPr>
          <p:cNvPr id="107" name="Node 3"/>
          <p:cNvSpPr/>
          <p:nvPr/>
        </p:nvSpPr>
        <p:spPr>
          <a:xfrm>
            <a:off x="5387288" y="4509120"/>
            <a:ext cx="1250000" cy="900000"/>
          </a:xfrm>
          <a:prstGeom prst="roundRect">
            <a:avLst/>
          </a:prstGeom>
          <a:solidFill>
            <a:srgbClr val="D6E9F5"/>
          </a:solidFill>
          <a:ln w="19050">
            <a:solidFill>
              <a:srgbClr val="2E75B6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IN" sz="1100" b="1" dirty="0">
                <a:solidFill>
                  <a:srgbClr val="1F4E79"/>
                </a:solidFill>
              </a:rPr>
              <a:t>Patient Node 3</a:t>
            </a:r>
          </a:p>
          <a:p>
            <a:pPr algn="ctr"/>
            <a:r>
              <a:rPr lang="en-IN" sz="900" dirty="0">
                <a:solidFill>
                  <a:srgbClr val="1F4E79"/>
                </a:solidFill>
              </a:rPr>
              <a:t>ID, Name, Doctor, Room</a:t>
            </a:r>
          </a:p>
        </p:txBody>
      </p:sp>
      <p:cxnSp>
        <p:nvCxnSpPr>
          <p:cNvPr id="108" name="Arrow 4"/>
          <p:cNvCxnSpPr/>
          <p:nvPr/>
        </p:nvCxnSpPr>
        <p:spPr>
          <a:xfrm>
            <a:off x="6637288" y="4869160"/>
            <a:ext cx="300000" cy="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med" len="med"/>
          </a:ln>
        </p:spPr>
      </p:cxnSp>
      <p:sp>
        <p:nvSpPr>
          <p:cNvPr id="109" name="Node NULL"/>
          <p:cNvSpPr/>
          <p:nvPr/>
        </p:nvSpPr>
        <p:spPr>
          <a:xfrm>
            <a:off x="6957228" y="4509120"/>
            <a:ext cx="1250000" cy="900000"/>
          </a:xfrm>
          <a:prstGeom prst="roundRect">
            <a:avLst/>
          </a:prstGeom>
          <a:solidFill>
            <a:srgbClr val="E7E7E7"/>
          </a:solidFill>
          <a:ln w="19050">
            <a:solidFill>
              <a:srgbClr val="595959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IN" sz="1200" b="1" dirty="0">
                <a:solidFill>
                  <a:srgbClr val="404040"/>
                </a:solidFill>
              </a:rPr>
              <a:t>NULL</a:t>
            </a:r>
          </a:p>
        </p:txBody>
      </p:sp>
      <p:sp>
        <p:nvSpPr>
          <p:cNvPr id="110" name="Modules Box"/>
          <p:cNvSpPr txBox="1"/>
          <p:nvPr/>
        </p:nvSpPr>
        <p:spPr>
          <a:xfrm>
            <a:off x="458384" y="2255073"/>
            <a:ext cx="8229600" cy="29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IN"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Modules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Module – creates a new node and inserts it into the linked list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Update Module – traverses the list to find and edit a patient's details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Allocation Module – assigns or reassigns a doctor to a patient node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 Module – deletes a node and relinks the surrounding pointers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Module – traverses from Head to print every patient record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7898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0268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– Define the node: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structure holding patient ID, name, age, diagnosis, doctor, room number, admission date and a pointer to the next node.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Initialize the list: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Head = NULL to represent an empty patient database at system start-up.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– Insertion: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registration, dynamically allocate a new node and link it to the end of the list (or at Head for O(1) insertion).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– Traversal &amp; search: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node by node from Head, comparing patient ID or name until a match is found or the list ends.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– Update: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 the target node and modify fields such as assigned doctor, room number or treatment status.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– Deletion: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discharge, find the node, redirect the previous node's pointer to skip it, and free its memory.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– Display: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the full list from Head to print every current patient's record for staff review.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10</a:t>
            </a:fld>
            <a:endParaRPr lang="en-IN"/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1805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SDG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C519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3 – Good Health and Well-Being: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error-free access to patient records helps doctors make quicker, better-informed treatment decisions.</a:t>
            </a:r>
          </a:p>
          <a:p>
            <a:r>
              <a:rPr lang="en-IN" sz="2000" b="1" dirty="0">
                <a:solidFill>
                  <a:srgbClr val="FD9D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replacing manual registers with a software-based system supports the digitization of healthcare infrastructure.</a:t>
            </a:r>
          </a:p>
          <a:p>
            <a:r>
              <a:rPr lang="en-IN" sz="2000" b="1" dirty="0">
                <a:solidFill>
                  <a:srgbClr val="FD69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11 – Sustainable Cities and Communities: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hospital record management strengthens local healthcare delivery, especially in resource-limited community hospitals.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these goals reflect how a simple data-structures project can contribute to more efficient and accessible healthcare systems.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5213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Conclusions</a:t>
            </a:r>
            <a:b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Hospital Patient Management System was successfully designed using a singly linked list, giving dynamic, memory-efficient storage of patient records.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the full record lifecycle – registration (insertion), search, update, discharge (deletion) and display – without any fixed size limit.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array-based storage, the linked list avoids wasted memory and costly shifting of elements during insertion or deletion.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a doubly linked list for faster reverse traversal, add a priority queue for emergency cases, and connect the system to a database with a graphical interface.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12</a:t>
            </a:fld>
            <a:endParaRPr lang="en-IN"/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953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br>
              <a:rPr lang="en-I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Project Report, "Hospital Management System Using Data Structures", 2023.</a:t>
            </a:r>
          </a:p>
          <a:p>
            <a:r>
              <a:rPr lang="en-IN" sz="2000" dirty="0"/>
              <a:t>Coursework Case Study, "Patient Record Management using a Singly Linked List", 2024.</a:t>
            </a:r>
          </a:p>
          <a:p>
            <a:r>
              <a:rPr lang="en-IN" sz="2000" dirty="0"/>
              <a:t>Mini Project, "Clinic Management System Using Linked List", 2018.</a:t>
            </a:r>
          </a:p>
          <a:p>
            <a:r>
              <a:rPr lang="en-IN" sz="2000" dirty="0"/>
              <a:t>Cormen, T. H., Leiserson, C. E., Rivest, R. L., &amp; Stein, C., Introduction to Algorithms, MIT Press.</a:t>
            </a:r>
          </a:p>
          <a:p>
            <a:r>
              <a:rPr lang="en-IN" sz="2000" dirty="0"/>
              <a:t>Data Structures and Algorithms course material – CSA0307, Department of Computer Science and Engineering.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99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4693D-11F2-8BFF-12AE-F64674E7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endParaRPr lang="en-IN"/>
          </a:p>
        </p:txBody>
      </p:sp>
      <p:pic>
        <p:nvPicPr>
          <p:cNvPr id="6" name="Content Placeholder 5" descr="Thank you Images - Free Download on Magnific (formerly Freepik)">
            <a:extLst>
              <a:ext uri="{FF2B5EF4-FFF2-40B4-BE49-F238E27FC236}">
                <a16:creationId xmlns:a16="http://schemas.microsoft.com/office/drawing/2014/main" id="{CC357A21-7F4F-2583-B72E-193F024F1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9018" y="1600200"/>
            <a:ext cx="4525963" cy="45259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1B575-824C-54CA-81DD-972739F1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3-8-26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2D076-7DD6-6B98-4FDF-D2657F73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704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25B19-F755-35BC-A229-A5885BC35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95F9-498F-459C-804D-41EA37F892AB}" type="datetime1">
              <a:rPr lang="en-IN" smtClean="0"/>
              <a:t>3-8-26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A2B461-FC3C-D347-46C9-0FC8B008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15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3378F-5F02-3D20-A0F7-3CC4529E0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75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160</TotalTime>
  <Words>1427</Words>
  <Application>Microsoft Office PowerPoint</Application>
  <PresentationFormat>On-screen Show (4:3)</PresentationFormat>
  <Paragraphs>160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PowerPoint Presentation</vt:lpstr>
      <vt:lpstr>Objective</vt:lpstr>
      <vt:lpstr>Literature Review </vt:lpstr>
      <vt:lpstr>Problem Statement </vt:lpstr>
      <vt:lpstr>Proposed Objectives </vt:lpstr>
      <vt:lpstr>Module 1: Patient Registration and Record Management</vt:lpstr>
      <vt:lpstr>Module 2: Patient Search and Medical Information Update</vt:lpstr>
      <vt:lpstr>Module 3: Patient Discharge and Record Deletion</vt:lpstr>
      <vt:lpstr>Architecture</vt:lpstr>
      <vt:lpstr>Methodology</vt:lpstr>
      <vt:lpstr>SDG </vt:lpstr>
      <vt:lpstr>Conclusions </vt:lpstr>
      <vt:lpstr>References </vt:lpstr>
      <vt:lpstr>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kothamasu srinath</cp:lastModifiedBy>
  <cp:revision>16</cp:revision>
  <dcterms:created xsi:type="dcterms:W3CDTF">2025-07-30T03:30:29Z</dcterms:created>
  <dcterms:modified xsi:type="dcterms:W3CDTF">2026-08-03T05:36:07Z</dcterms:modified>
</cp:coreProperties>
</file>